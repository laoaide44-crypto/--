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A0C5E0"/>
                </a:solidFill>
                <a:latin typeface="Aptos"/>
              </a:rPr>
              <a:t>AI软件赛道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交付契约台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700" b="0">
                <a:solidFill>
                  <a:srgbClr val="E0E8EE"/>
                </a:solidFill>
                <a:latin typeface="Aptos"/>
              </a:rPr>
              <a:t>AI 干完的活，如何被验收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BECFDB"/>
                </a:solidFill>
                <a:latin typeface="Aptos"/>
              </a:rPr>
              <a:t>快递物流主场景 · 餐饮门店对照 · EDG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37E2D"/>
                </a:solidFill>
                <a:latin typeface="Aptos"/>
              </a:rPr>
              <a:t>01 · 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52F4A"/>
                </a:solidFill>
                <a:latin typeface="Aptos"/>
              </a:rPr>
              <a:t>问题：AI 做完的活如何验收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B6975"/>
                </a:solidFill>
                <a:latin typeface="Aptos"/>
              </a:rPr>
              <a:t>AI软件赛道 · 交付契约台 · EDG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202A34"/>
                </a:solidFill>
                <a:latin typeface="Aptos"/>
              </a:rPr>
              <a:t>• 企业材料杂乱，事实、口径和结论容易混在一起。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02A34"/>
                </a:solidFill>
                <a:latin typeface="Aptos"/>
              </a:rPr>
              <a:t>• 快递物流中，单票成本差异乘上件量，会形成很大的年度影响。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202A34"/>
                </a:solidFill>
                <a:latin typeface="Aptos"/>
              </a:rPr>
              <a:t>• 先给可复算结果，再让客户决定是否提供更多数据。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37E2D"/>
                </a:solidFill>
                <a:latin typeface="Aptos"/>
              </a:rPr>
              <a:t>02 · 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52F4A"/>
                </a:solidFill>
                <a:latin typeface="Aptos"/>
              </a:rPr>
              <a:t>产品：从材料到可签字的交付契约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B6975"/>
                </a:solidFill>
                <a:latin typeface="Aptos"/>
              </a:rPr>
              <a:t>AI软件赛道 · 交付契约台 · EDG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202A34"/>
                </a:solidFill>
                <a:latin typeface="Aptos"/>
              </a:rPr>
              <a:t>• 抽取带出处、带来源等级的事实。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02A34"/>
                </a:solidFill>
                <a:latin typeface="Aptos"/>
              </a:rPr>
              <a:t>• 只追问材料还没有回答的问题。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02A34"/>
                </a:solidFill>
                <a:latin typeface="Aptos"/>
              </a:rPr>
              <a:t>• 公开基准 + 少量参数完成确定性测算。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02A34"/>
                </a:solidFill>
                <a:latin typeface="Aptos"/>
              </a:rPr>
              <a:t>• 生成写清证据、边界和验收条件的交付契约。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02A34"/>
                </a:solidFill>
                <a:latin typeface="Aptos"/>
              </a:rPr>
              <a:t>• 餐饮门店作为第二行业，验证换行业不换界面与契约骨架。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37E2D"/>
                </a:solidFill>
                <a:latin typeface="Aptos"/>
              </a:rPr>
              <a:t>03 · 主场景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52F4A"/>
                </a:solidFill>
                <a:latin typeface="Aptos"/>
              </a:rPr>
              <a:t>物流主场景：先算清楚，再谈优化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B6975"/>
                </a:solidFill>
                <a:latin typeface="Aptos"/>
              </a:rPr>
              <a:t>AI软件赛道 · 交付契约台 · EDG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F4E79"/>
                </a:solidFill>
                <a:latin typeface="Aptos"/>
              </a:rPr>
              <a:t>快递物流 · 单票成本诊断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02A34"/>
                </a:solidFill>
                <a:latin typeface="Aptos"/>
              </a:rPr>
              <a:t>• 公开基准、逐步算术、来源回指全部可展开。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A34"/>
                </a:solidFill>
                <a:latin typeface="Aptos"/>
              </a:rPr>
              <a:t>• 口径未对齐时只到“方案设计”，不承诺收益。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02A34"/>
                </a:solidFill>
                <a:latin typeface="Aptos"/>
              </a:rPr>
              <a:t>• 不把假设情景说成已验证客户结果。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37E2D"/>
                </a:solidFill>
                <a:latin typeface="Aptos"/>
              </a:rPr>
              <a:t>04 · 现场新增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52F4A"/>
                </a:solidFill>
                <a:latin typeface="Aptos"/>
              </a:rPr>
              <a:t>现场新增：结构化排班 CSV 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B6975"/>
                </a:solidFill>
                <a:latin typeface="Aptos"/>
              </a:rPr>
              <a:t>AI软件赛道 · 交付契约台 · EDG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显式选择“作为文本分析 / 作为排班表校验”。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UTF-8/BOM CSV 的表头、字段、记录、重复和重叠校验。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有效行净分钟/小时、员工/门店小计、来源行和字段回指。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阻断或未解决重叠时只给“无异常记录小计”，不替换完整基线。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合成样本明确标识为测试材料，不代表真实客户证据。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37E2D"/>
                </a:solidFill>
                <a:latin typeface="Aptos"/>
              </a:rPr>
              <a:t>05 · 证据闭环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52F4A"/>
                </a:solidFill>
                <a:latin typeface="Aptos"/>
              </a:rPr>
              <a:t>证据版本：确认才应用，变化可追溯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B6975"/>
                </a:solidFill>
                <a:latin typeface="Aptos"/>
              </a:rPr>
              <a:t>AI软件赛道 · 交付契约台 · EDG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02A34"/>
                </a:solidFill>
                <a:latin typeface="Aptos"/>
              </a:rPr>
              <a:t>• 用户显式确认后创建 vN 证据版本。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A34"/>
                </a:solidFill>
                <a:latin typeface="Aptos"/>
              </a:rPr>
              <a:t>• 记录文件哈希、规则版本、声明/实际范围、来源、合成标识和计算结果。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A34"/>
                </a:solidFill>
                <a:latin typeface="Aptos"/>
              </a:rPr>
              <a:t>• 支持变化报告、版本切换、撤回和同源导出。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02A34"/>
                </a:solidFill>
                <a:latin typeface="Aptos"/>
              </a:rPr>
              <a:t>• 页面与导出逐条一致；导入不会自动升级真实性或证据门槛。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37E2D"/>
                </a:solidFill>
                <a:latin typeface="Aptos"/>
              </a:rPr>
              <a:t>06 · 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52F4A"/>
                </a:solidFill>
                <a:latin typeface="Aptos"/>
              </a:rPr>
              <a:t>技术与验证：确定性代码守住边界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B6975"/>
                </a:solidFill>
                <a:latin typeface="Aptos"/>
              </a:rPr>
              <a:t>AI软件赛道 · 交付契约台 · EDG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通用内核：事实、证据、门槛、契约；行业模块：物流与餐饮分别计算。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确定性代码负责解析、校验、算术和版本；模型不做算术、不决定证据升级。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现场提交：73925f7 · 5c76aa6 · b5f3fec；贡献记录：8dc2bce；提交准备：aae5242。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Stage 1/2/3、UI smoke 和编译验证均通过。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D37E2D"/>
                </a:solidFill>
                <a:latin typeface="Aptos"/>
              </a:rPr>
              <a:t>07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52F4A"/>
                </a:solidFill>
                <a:latin typeface="Aptos"/>
              </a:rPr>
              <a:t>现场演示与提交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B6975"/>
                </a:solidFill>
                <a:latin typeface="Aptos"/>
              </a:rPr>
              <a:t>AI软件赛道 · 交付契约台 · EDG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打开 http://127.0.0.1:8502，选择快递物流。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上传 SYNTHETIC_VALID_two_stores.csv，展示 30.00 小时和来源回指。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切换错误/重叠样本，展示阻断与“不应用”边界。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显式确认 v1，修改后生成 v2，再撤回并导出。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202A34"/>
                </a:solidFill>
                <a:latin typeface="Aptos"/>
              </a:rPr>
              <a:t>• 结尾切换餐饮作为对照；演示材料明确为合成/非真实客户数据。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F4E79"/>
                </a:solidFill>
                <a:latin typeface="Aptos"/>
              </a:rPr>
              <a:t>作品提交标识：AI软件赛道 - 交付契约台 - EDG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