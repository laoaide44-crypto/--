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我一个人组成 EDG 队。作品叫交付契约台，关注 AI 的结果如何被验收。正式演示以快递物流为主场景。建议 20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企业给来的材料往往很乱。回答得像不像还不够，我们需要知道依据在哪、数字怎么算、目前能承诺什么。建议 35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这条底座属于赛前已有成果，我会单列申报。模型负责抽取与表达，确定性代码负责算术和规则。建议 35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演示先选快递物流，展开基准与算术。录屏数值以实际画面为准，不读脚本中的固定收益数字。建议 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现场新增 CSV 路径与原有文本路径并存。上传有效样本得到 30 小时，展示行字段回指。它只证明文件内计划工时，不证明考勤或真实性。建议 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这页数值是合成样本的确定性结果。错误与重叠样本不能确认应用。演示任选重叠样本停留，指出冲突行与确认按钮状态。建议 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 示例仅把原始合成样本第一行休息从 60 分改成 30 分，工时增加 30 分钟。这是测试变化，不是优化成果。撤回后看当前版本 JSON 与导出，不把上传预览当成当前版本。建议 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不要称所有功能为比赛现场完成。三段验收为直接 Python 测试，UI smoke 为源码检查，不能当成完整浏览器自动化验证。建议 35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结束前可短暂切到餐饮展示行业差异。不要说已经证明真实降本。建议 20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7315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B8D6EF"/>
                </a:solidFill>
                <a:latin typeface="Microsoft YaHei"/>
              </a:rPr>
              <a:t>EDG  /  一人团队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交付契约台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731520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</a:rPr>
              <a:t>AI 做完的活，</a:t>
            </a:r>
          </a:p>
          <a:p>
            <a:pPr>
              <a:spcAft>
                <a:spcPts val="1000"/>
              </a:spcAft>
            </a:pPr>
            <a:r>
              <a:rPr sz="3000" b="0">
                <a:solidFill>
                  <a:srgbClr val="FFFFFF"/>
                </a:solidFill>
                <a:latin typeface="Microsoft YaHei"/>
              </a:rPr>
              <a:t>如何被验收？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B8D6EF"/>
                </a:solidFill>
                <a:latin typeface="Microsoft YaHei"/>
              </a:rPr>
              <a:t>AI软件赛道  ·  XiHack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1160" y="1645920"/>
            <a:ext cx="25603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有依据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3017520"/>
            <a:ext cx="25603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可复算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4389120"/>
            <a:ext cx="25603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</a:rPr>
              <a:t>能撤回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答案很快，验收却卡在三个问题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企业材料分散；口径、数字和结论需要逐层核对。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520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56032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80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依据在哪？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971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群聊、表格与工单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结论要回到原句与原行。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971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01  来源可追溯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31720"/>
            <a:ext cx="3520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56032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560320"/>
            <a:ext cx="2880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数字怎么算？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46120"/>
            <a:ext cx="2971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口径不同不能硬比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计算链要能人工复算。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480560"/>
            <a:ext cx="2971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02  算术可检查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31720"/>
            <a:ext cx="3520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56032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2880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能承诺什么？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2971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缺少证据就停在方案设计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不把假设当作客户成果。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80560"/>
            <a:ext cx="2971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03  交付有边界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2463A0"/>
                </a:solidFill>
                <a:latin typeface="Microsoft YaHei"/>
              </a:rPr>
              <a:t>先把证据说清楚，再决定下一步。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一条流程，把材料变成可核对的交付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赛前已有底座：事实抽取、来源回指、行业测算、证据门槛与契约草稿。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87E83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2B40"/>
                </a:solidFill>
                <a:latin typeface="Microsoft YaHei"/>
              </a:rPr>
              <a:t>原始材料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2687B"/>
                </a:solidFill>
                <a:latin typeface="Microsoft YaHei"/>
              </a:rPr>
              <a:t>群聊 / 工单 / 表格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154680"/>
            <a:ext cx="274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63A0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423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6517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87E83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0040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2B40"/>
                </a:solidFill>
                <a:latin typeface="Microsoft YaHei"/>
              </a:rPr>
              <a:t>事实与缺口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8404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2687B"/>
                </a:solidFill>
                <a:latin typeface="Microsoft YaHei"/>
              </a:rPr>
              <a:t>出处 / 来源 / 追问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54680"/>
            <a:ext cx="274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63A0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23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6517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87E83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2B40"/>
                </a:solidFill>
                <a:latin typeface="Microsoft YaHei"/>
              </a:rPr>
              <a:t>确定性测算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404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2687B"/>
                </a:solidFill>
                <a:latin typeface="Microsoft YaHei"/>
              </a:rPr>
              <a:t>公开基准 / 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154680"/>
            <a:ext cx="2743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63A0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2423160"/>
            <a:ext cx="25603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2651760"/>
            <a:ext cx="1828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87E83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20040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32B40"/>
                </a:solidFill>
                <a:latin typeface="Microsoft YaHei"/>
              </a:rPr>
              <a:t>交付契约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3840480"/>
            <a:ext cx="219456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52687B"/>
                </a:solidFill>
                <a:latin typeface="Microsoft YaHei"/>
              </a:rPr>
              <a:t>范围 / 验收 / 限制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2463A0"/>
                </a:solidFill>
                <a:latin typeface="Microsoft YaHei"/>
              </a:rPr>
              <a:t>模型：抽取与表达     |     代码：校验、算术与规则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主场景：快递物流单票成本诊断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把成本定义、公开参照和计算步骤同时交给用户。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86000"/>
            <a:ext cx="6766560" cy="3246120"/>
          </a:xfrm>
          <a:prstGeom prst="roundRect">
            <a:avLst/>
          </a:prstGeom>
          <a:solidFill>
            <a:srgbClr val="13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61264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</a:rPr>
              <a:t>单票差额 × 年件量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03320"/>
            <a:ext cx="612648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0">
                <a:solidFill>
                  <a:srgbClr val="CFE1EF"/>
                </a:solidFill>
                <a:latin typeface="Microsoft YaHei"/>
              </a:rPr>
              <a:t>口径先对齐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CFE1EF"/>
                </a:solidFill>
                <a:latin typeface="Microsoft YaHei"/>
              </a:rPr>
              <a:t>算术可展开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CFE1EF"/>
                </a:solidFill>
                <a:latin typeface="Microsoft YaHei"/>
              </a:rPr>
              <a:t>来源可回指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468880"/>
            <a:ext cx="35661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2463A0"/>
                </a:solidFill>
                <a:latin typeface="Microsoft YaHei"/>
              </a:rPr>
              <a:t>必须保留的边界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200400"/>
            <a:ext cx="3520440" cy="2468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03345"/>
                </a:solidFill>
                <a:latin typeface="Microsoft YaHei"/>
              </a:rPr>
              <a:t>口径未对齐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03345"/>
                </a:solidFill>
                <a:latin typeface="Microsoft YaHei"/>
              </a:rPr>
              <a:t>→ 只到方案设计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03345"/>
                </a:solidFill>
                <a:latin typeface="Microsoft YaHei"/>
              </a:rPr>
              <a:t>假设优化空间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03345"/>
                </a:solidFill>
                <a:latin typeface="Microsoft YaHei"/>
              </a:rPr>
              <a:t>≠ 已验证节省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现场新增：让 CSV 约束计算结果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上传用途显式分流；合成样本验证，不代表客户真实业务。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657600" cy="3291840"/>
          </a:xfrm>
          <a:prstGeom prst="round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30175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30.00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306324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FFFFFF"/>
                </a:solidFill>
                <a:latin typeface="Microsoft YaHei"/>
              </a:rPr>
              <a:t>小时 / 文件内已解析记录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310896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D6E8F8"/>
                </a:solidFill>
                <a:latin typeface="Microsoft YaHei"/>
              </a:rPr>
              <a:t>1800 分钟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D6E8F8"/>
                </a:solidFill>
                <a:latin typeface="Microsoft YaHei"/>
              </a:rPr>
              <a:t>净工时 = 结束 − 开始 − 休息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468880"/>
            <a:ext cx="6400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32B40"/>
                </a:solidFill>
                <a:latin typeface="Microsoft YaHei"/>
              </a:rPr>
              <a:t>合成测试材料 · 非真实客户数据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108960"/>
            <a:ext cx="64008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0">
                <a:solidFill>
                  <a:srgbClr val="203345"/>
                </a:solidFill>
                <a:latin typeface="Microsoft YaHei"/>
              </a:rPr>
              <a:t>员工小计：14 / 4 / 8 / 4 小时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203345"/>
                </a:solidFill>
                <a:latin typeface="Microsoft YaHei"/>
              </a:rPr>
              <a:t>门店小计：18 / 12 小时</a:t>
            </a:r>
          </a:p>
          <a:p>
            <a:pPr>
              <a:spcAft>
                <a:spcPts val="1000"/>
              </a:spcAft>
            </a:pPr>
            <a:r>
              <a:rPr sz="2300" b="0">
                <a:solidFill>
                  <a:srgbClr val="203345"/>
                </a:solidFill>
                <a:latin typeface="Microsoft YaHei"/>
              </a:rPr>
              <a:t>每个数字回指到行号与字段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5166360"/>
            <a:ext cx="6400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B85C20"/>
                </a:solidFill>
                <a:latin typeface="Microsoft YaHei"/>
              </a:rPr>
              <a:t>计划排班 ≠ 实际出勤   ·   合计 ≠ 范围完整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异常出现时，系统必须收住结论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完全重复去重计一次；非完全重复的重叠不靠区间并集掩盖。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520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59" y="260604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880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字段错误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971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E1–E5 混合样本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11.00 小时无异常小计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2971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阻断应用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77440"/>
            <a:ext cx="3520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60604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606040"/>
            <a:ext cx="2880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跨门店重叠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291840"/>
            <a:ext cx="2971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W2 · 未解决冲突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7.00 小时无异常小计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4526280"/>
            <a:ext cx="2971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阻断应用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377440"/>
            <a:ext cx="3520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606040"/>
            <a:ext cx="288036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完全重复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91840"/>
            <a:ext cx="2971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W1 · 重复只计一次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11.00 小时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26280"/>
            <a:ext cx="2971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保留原始行号映射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2463A0"/>
                </a:solidFill>
                <a:latin typeface="Microsoft YaHei"/>
              </a:rPr>
              <a:t>少给一个夸大结论，比多给一个漂亮数字更有价值。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采用一个版本，也能解释并撤回它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确认采用 ≠ 真实性已验证。证据版本独立保存来源、合成标识与状态。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2926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4688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463A0"/>
                </a:solidFill>
                <a:latin typeface="Microsoft YaHei"/>
              </a:rPr>
              <a:t>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94760"/>
            <a:ext cx="24688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3345"/>
                </a:solidFill>
                <a:latin typeface="Microsoft YaHei"/>
              </a:rPr>
              <a:t>1800 分钟 / 30.00 小时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2926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834640"/>
            <a:ext cx="24688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463A0"/>
                </a:solidFill>
                <a:latin typeface="Microsoft YaHei"/>
              </a:rP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794760"/>
            <a:ext cx="24688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3345"/>
                </a:solidFill>
                <a:latin typeface="Microsoft YaHei"/>
              </a:rPr>
              <a:t>1830 分钟 / 30.50 小时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68880"/>
            <a:ext cx="292608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834640"/>
            <a:ext cx="24688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000" b="1">
                <a:solidFill>
                  <a:srgbClr val="2463A0"/>
                </a:solidFill>
                <a:latin typeface="Microsoft YaHei"/>
              </a:rPr>
              <a:t>撤回 →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246888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03345"/>
                </a:solidFill>
                <a:latin typeface="Microsoft YaHei"/>
              </a:rPr>
              <a:t>保留 v2 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154680"/>
            <a:ext cx="457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500" b="1">
                <a:solidFill>
                  <a:srgbClr val="087E83"/>
                </a:solidFill>
                <a:latin typeface="Microsoft Ya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154680"/>
            <a:ext cx="457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500" b="1">
                <a:solidFill>
                  <a:srgbClr val="087E83"/>
                </a:solidFill>
                <a:latin typeface="Microsoft Ya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哈希 + 规则版本 + 覆盖范围 + 变化依据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87E83"/>
                </a:solidFill>
                <a:latin typeface="Microsoft YaHei"/>
              </a:rPr>
              <a:t>页面与导出来自同一个数据载荷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可复核的工程结果，明确的贡献边界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一人完成项目组织与交付；AI 辅助开发已通过真实提交和测试留痕。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544068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60604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8006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赛前已有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91840"/>
            <a:ext cx="489204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事实抽取 / 回指 / 行业测算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证据门槛 / 契约 / 离线缓存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26280"/>
            <a:ext cx="48920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PRE_EXISTING 声明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77440"/>
            <a:ext cx="516636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606040"/>
            <a:ext cx="45720" cy="50292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45262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32B40"/>
                </a:solidFill>
                <a:latin typeface="Microsoft YaHei"/>
              </a:rPr>
              <a:t>现场新增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46177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CSV 校验与计算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03345"/>
                </a:solidFill>
                <a:latin typeface="Microsoft YaHei"/>
              </a:rPr>
              <a:t>来源回指 / 证据版本与撤回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26280"/>
            <a:ext cx="46177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87E83"/>
                </a:solidFill>
                <a:latin typeface="Microsoft YaHei"/>
              </a:rPr>
              <a:t>73925f7 · 5c76aa6 · b5f3fec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7899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463A0"/>
                </a:solidFill>
                <a:latin typeface="Microsoft YaHei"/>
              </a:rPr>
              <a:t>三段直接测试通过  ·  UI 源码 smoke 通过  ·  编译通过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7899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2687B"/>
                </a:solidFill>
                <a:latin typeface="Microsoft YaHei"/>
              </a:rPr>
              <a:t>合成测试验证计算行为；尚无真实客户试点成效证明。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463A0"/>
                </a:solidFill>
                <a:latin typeface="Microsoft YaHei"/>
              </a:rPr>
              <a:t>EDG  /  XIHACK 2026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32B40"/>
                </a:solidFill>
                <a:latin typeface="Microsoft YaHei"/>
              </a:rPr>
              <a:t>让结果有依据，让交付有边界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5087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52687B"/>
                </a:solidFill>
                <a:latin typeface="Microsoft YaHei"/>
              </a:rPr>
              <a:t>EDG · 一人团队 · 交付契约台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1440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52687B"/>
                </a:solidFill>
                <a:latin typeface="Microsoft YaHei"/>
              </a:rPr>
              <a:t>交付契约台  ·  快递物流主场景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3700" b="1">
                <a:solidFill>
                  <a:srgbClr val="2463A0"/>
                </a:solidFill>
                <a:latin typeface="Microsoft YaHei"/>
              </a:rPr>
              <a:t>有依据   /   可复算   /   能撤回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6070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203345"/>
                </a:solidFill>
                <a:latin typeface="Microsoft YaHei"/>
              </a:rPr>
              <a:t>物流作为主场景，餐饮作为对照</a:t>
            </a:r>
          </a:p>
          <a:p>
            <a:pPr>
              <a:spcAft>
                <a:spcPts val="1000"/>
              </a:spcAft>
            </a:pPr>
            <a:r>
              <a:rPr sz="2400" b="0">
                <a:solidFill>
                  <a:srgbClr val="203345"/>
                </a:solidFill>
                <a:latin typeface="Microsoft YaHei"/>
              </a:rPr>
              <a:t>下一步：在授权、脱敏的数据上对齐口径，验证真实场景。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2687B"/>
                </a:solidFill>
                <a:latin typeface="Microsoft YaHei"/>
              </a:rPr>
              <a:t>AI软件赛道 - 交付契约台 - EDG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